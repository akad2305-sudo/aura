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Exception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JARVIS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Exception Handling is an important subject that can be studied through</a:t>
            </a:r>
          </a:p>
          <a:p>
            <a:r>
              <a:t>its concepts, applications and practical examples.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the fundamental concepts of Python Exception Handling is the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toward learning the subject.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Exception Handling can have practical applications depending on the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field and problem being studied.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Python Exception Handling can improve technical knowledge 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problem-solving ability.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can be practical, technical and security challenges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associated with Python Exception Handling.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Following appropriate methods and learning from practical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can improve understanding.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Exception Handling can be explored further through practical exercises,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experimentation.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